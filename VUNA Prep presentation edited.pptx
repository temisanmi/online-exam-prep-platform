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6" r:id="rId2"/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21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BC9C-AEB9-DD15-5B06-E0F01C43F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96932-0539-D47C-99D6-C927BCB5D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722D-B7E4-CF5D-25BB-550EE0D6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3E4E-B1E6-76A5-4AE4-DF4CF3D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DF9A-C5D1-98AE-EFF4-DB3F570B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2935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E1EC-B31A-D629-FE0F-00A615EF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8127-8ACC-9234-CA8F-21A3ADAF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DEB2B-AE08-CDE2-8B41-064DA356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6F9F8-8895-E7C2-55CE-A3DE0A37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B8E57-6F95-6C95-A0DA-D1BBA2D8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0944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3FCA-9AFD-27F8-E6B4-874B6444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841AB-DFD0-548B-E9DE-C64B257A1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F8509-6F3A-1EC3-72DC-BF2BBE0E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6C4E2-BF7A-106B-D084-8534D422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09AC9-8023-AFCC-3F26-77C5EFB1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2204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E199-1040-A6A8-7EC2-C64BE276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9F9D-986F-9AF3-D4CF-101B88266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1991C-D642-D724-9816-083607E02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414F6-6C2E-C2E4-CE01-DA1D80C6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EF8D5-6BFB-5FC4-7E86-AB3CE0EF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0F321-A3A2-2A17-870D-2388446B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7623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EC8F-A194-F1B4-6ECD-A395C70C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04F43-84EB-487E-5A51-0326A3DBA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2ED37-FB98-EECE-42E2-491D3F7BF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7CE41-B19A-BEAB-F168-CF9092070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D743A-888A-3D32-9144-DEFD0EB7B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B4DD2-73D1-79BD-A3D5-8702FF49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C43FD-A2F3-FD9E-DFEA-C33D1AFB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EBF60-F739-F9C3-E1EC-0D41CF59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6972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F78C-607A-739A-DE3B-7B2FA774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5851A-C7B4-9947-EF0E-A69239C6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15B2D-6D86-D712-C3A0-67A27514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A2A92-5656-2555-A96A-C4897957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5337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5DB94-14B6-43F5-D9CE-CDB32BDE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B4368-4BF8-07D8-4D02-1E256A28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50834-8875-9C49-6D7B-9255FC0C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3707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7EFB-17D8-15F9-B16E-F6919E5F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0CFEC-BE7A-4FE0-613E-CC33E19D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DBBCB-16BF-09AA-2C54-29A9F87E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66C44-7B2F-B4F0-8FAC-C66B67F1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3C41C-913B-79E7-6D65-3D571356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8C73C-5A90-8221-9B9A-71AEAD85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032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E3BF-B100-8B8A-1E62-E57B0747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4EAED-300D-9517-5437-A6E4480C4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D1338-94E0-2F3C-9A94-2E3C03170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E51A7-9C07-5A72-AE00-D5D63CA4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CDA7-741C-E568-6F03-31D06E6A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C68B-7E3C-F7DE-C4BF-EE780F27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5382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C021-5F9F-0D8A-F5DF-DE94BC86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803E7-670F-F2BF-F91D-B0B89DF54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684E3-9233-A086-00DF-01004245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AD3C-0051-9ED1-CCB8-A99635E1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23C17-5986-8ED0-6CC9-9E7D516C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8069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AA217-79C5-2E28-0A5C-276F4E5A5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7E1C7-B072-D021-F0FC-1CE1E0123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BED53-2D62-5739-4CA3-86754FA2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2D634-1BD7-C014-3A37-AFFA1B09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92BF-F415-577C-B357-6B3324F0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5924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A9749-50F5-E347-03B1-9BD7D2BC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D1927-D5B4-485F-539E-E0BE6598F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9B6A1-D075-23F6-3DBF-23AFA5FC8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E3ABC-2AF2-4A0B-B264-3C340B22D1C1}" type="datetimeFigureOut">
              <a:rPr lang="en-NG" smtClean="0"/>
              <a:t>20/11/2025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67FA7-CDDD-7060-6E5B-FDFB3FAA1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C5535-E259-AAD6-1680-41C52F373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090BC-CB82-470A-995D-2620C6A38D9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3661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001595-DD81-A693-D39A-F19FFC43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934"/>
            <a:ext cx="10515600" cy="898216"/>
          </a:xfrm>
        </p:spPr>
        <p:txBody>
          <a:bodyPr/>
          <a:lstStyle/>
          <a:p>
            <a:pPr algn="ctr"/>
            <a:r>
              <a:rPr lang="en-US" b="1" u="sng" dirty="0"/>
              <a:t>GROUP 13 PRESENTATION</a:t>
            </a:r>
            <a:endParaRPr lang="en-NG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56CBAC-9697-7E36-6D0B-BB37C70AF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150"/>
            <a:ext cx="10515600" cy="5619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IFESANMI OLUWAGBOTEMI GABRIEL……………………..VUG/SEN/24/12519</a:t>
            </a:r>
          </a:p>
          <a:p>
            <a:pPr marL="0" indent="0">
              <a:buNone/>
            </a:pPr>
            <a:r>
              <a:rPr lang="en-US" dirty="0"/>
              <a:t>MBARONYE LOVEDAY……………………………………..……..VUG/SEN/24/11860</a:t>
            </a:r>
          </a:p>
          <a:p>
            <a:pPr marL="0" indent="0">
              <a:buNone/>
            </a:pPr>
            <a:r>
              <a:rPr lang="en-US" dirty="0"/>
              <a:t>ADARA FRED FIDELIS………………………………………..…….VUG/SEN/24/11976</a:t>
            </a:r>
          </a:p>
          <a:p>
            <a:pPr marL="0" indent="0">
              <a:buNone/>
            </a:pPr>
            <a:r>
              <a:rPr lang="en-US" dirty="0"/>
              <a:t>OLUGBAMI OLABODE DAVID…………………………….……VUG/SEN/24/12935</a:t>
            </a:r>
          </a:p>
          <a:p>
            <a:pPr marL="0" indent="0">
              <a:buNone/>
            </a:pPr>
            <a:r>
              <a:rPr lang="en-US" dirty="0"/>
              <a:t>GBIRISON IYIMIDE GABRIEL…………………………………...VUG/SEN/24/12154</a:t>
            </a:r>
          </a:p>
          <a:p>
            <a:pPr marL="0" indent="0">
              <a:buNone/>
            </a:pPr>
            <a:r>
              <a:rPr lang="en-US" dirty="0"/>
              <a:t>ASONYE EMMANUEL………………………………………..……VUG/SEN/24/11342</a:t>
            </a:r>
          </a:p>
          <a:p>
            <a:pPr marL="0" indent="0">
              <a:buNone/>
            </a:pPr>
            <a:r>
              <a:rPr lang="en-US" dirty="0"/>
              <a:t>NONSO ANYA…………………………………………………..…….VUG/SEN/24/12061</a:t>
            </a:r>
          </a:p>
          <a:p>
            <a:pPr marL="0" indent="0">
              <a:buNone/>
            </a:pPr>
            <a:r>
              <a:rPr lang="en-US" dirty="0"/>
              <a:t>ORUCHE CHINEDU EMMANUEL……………………..…..….VUG/SEN/24/11694</a:t>
            </a:r>
          </a:p>
          <a:p>
            <a:pPr marL="0" indent="0">
              <a:buNone/>
            </a:pPr>
            <a:r>
              <a:rPr lang="en-US" dirty="0"/>
              <a:t>WILLIAMS MESHACK GOMBA……………………………..….VUG/SEN/24/12886</a:t>
            </a:r>
          </a:p>
          <a:p>
            <a:pPr marL="0" indent="0">
              <a:buNone/>
            </a:pPr>
            <a:r>
              <a:rPr lang="en-US" dirty="0"/>
              <a:t>EZEMA ERNEST IKECHUKWU………………………………....VUG/SEN/24/11480</a:t>
            </a:r>
          </a:p>
          <a:p>
            <a:pPr marL="0" indent="0">
              <a:buNone/>
            </a:pPr>
            <a:r>
              <a:rPr lang="en-US" dirty="0"/>
              <a:t>OCHIGA OCHE NATHANIEL…………………………..…………VUG/SEN/24/12966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34613109"/>
      </p:ext>
    </p:extLst>
  </p:cSld>
  <p:clrMapOvr>
    <a:masterClrMapping/>
  </p:clrMapOvr>
  <p:transition spd="slow" advClick="0" advTm="10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8833-9003-5A48-14DB-1AECF58AD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Autofit/>
          </a:bodyPr>
          <a:lstStyle/>
          <a:p>
            <a:r>
              <a:rPr lang="en-US" sz="5500" b="1" dirty="0"/>
              <a:t>VUNA Prep: The Ultimate Online Exam Preparation Platform</a:t>
            </a:r>
            <a:endParaRPr lang="en-NG" sz="55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7D8ED-38B4-87DD-F1BB-B268DA56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104" y="3610130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b="1" dirty="0"/>
              <a:t>Empowering Students to Succeed with Confidence</a:t>
            </a:r>
            <a:endParaRPr lang="en-NG" sz="3200" b="1" dirty="0"/>
          </a:p>
        </p:txBody>
      </p:sp>
    </p:spTree>
    <p:extLst>
      <p:ext uri="{BB962C8B-B14F-4D97-AF65-F5344CB8AC3E}">
        <p14:creationId xmlns:p14="http://schemas.microsoft.com/office/powerpoint/2010/main" val="3205059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FD63-FBC2-1443-934B-91C6191D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57"/>
            <a:ext cx="10515600" cy="1157161"/>
          </a:xfrm>
        </p:spPr>
        <p:txBody>
          <a:bodyPr/>
          <a:lstStyle/>
          <a:p>
            <a:pPr algn="ctr"/>
            <a:r>
              <a:rPr lang="en-US" b="1" u="sng" dirty="0"/>
              <a:t>REQUIREMENT ELICITATION</a:t>
            </a:r>
            <a:endParaRPr lang="en-NG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9A4AE-E375-5353-DEAE-F81398425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3805"/>
            <a:ext cx="5181600" cy="496315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FUNCTIONAL REQUIREMENTS</a:t>
            </a:r>
          </a:p>
          <a:p>
            <a:r>
              <a:rPr lang="en-US" dirty="0"/>
              <a:t>Registration/Log-in of students.</a:t>
            </a:r>
          </a:p>
          <a:p>
            <a:r>
              <a:rPr lang="en-US" dirty="0"/>
              <a:t>Management of personal info</a:t>
            </a:r>
          </a:p>
          <a:p>
            <a:r>
              <a:rPr lang="en-US" dirty="0"/>
              <a:t>Providing results and analysis of student activities</a:t>
            </a:r>
          </a:p>
          <a:p>
            <a:r>
              <a:rPr lang="en-US" dirty="0"/>
              <a:t>Searching for quizzes by course name or topic</a:t>
            </a:r>
          </a:p>
          <a:p>
            <a:r>
              <a:rPr lang="en-US" dirty="0"/>
              <a:t>Automatic grading of students mock exams</a:t>
            </a:r>
            <a:endParaRPr lang="en-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1F5593-BAC4-8A17-369B-ED39EA115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13805"/>
            <a:ext cx="5423687" cy="496315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/>
              <a:t>NON-FUNCTIONAL REQUIREMENTS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Quick response system</a:t>
            </a:r>
          </a:p>
          <a:p>
            <a:r>
              <a:rPr lang="en-US" dirty="0"/>
              <a:t>User friendly environment</a:t>
            </a:r>
          </a:p>
          <a:p>
            <a:r>
              <a:rPr lang="en-US" dirty="0"/>
              <a:t>Data Back-up and recovery</a:t>
            </a:r>
          </a:p>
          <a:p>
            <a:r>
              <a:rPr lang="en-US" dirty="0"/>
              <a:t>Security of user passwords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45936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C846-8E89-E1CD-4BEC-22EA84F3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083"/>
            <a:ext cx="10515600" cy="906308"/>
          </a:xfrm>
        </p:spPr>
        <p:txBody>
          <a:bodyPr/>
          <a:lstStyle/>
          <a:p>
            <a:r>
              <a:rPr lang="en-US" b="1" u="sng" dirty="0"/>
              <a:t>Why Do Students Struggle with Exams?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5A4D-C6F5-DFDF-3AAC-F3B43F046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211"/>
            <a:ext cx="10515600" cy="5073706"/>
          </a:xfrm>
        </p:spPr>
        <p:txBody>
          <a:bodyPr/>
          <a:lstStyle/>
          <a:p>
            <a:r>
              <a:rPr lang="en-US" dirty="0"/>
              <a:t>Limited Access: Scattered and inaccessible past questions.</a:t>
            </a:r>
          </a:p>
          <a:p>
            <a:r>
              <a:rPr lang="en-US" dirty="0"/>
              <a:t>Lack of Practice: Textbook learning isn’t enough; students need active recall.</a:t>
            </a:r>
          </a:p>
          <a:p>
            <a:r>
              <a:rPr lang="en-US" dirty="0"/>
              <a:t>Exam Anxiety: Unfamiliarity with exam formats and timings causes stress and anxieties.</a:t>
            </a:r>
          </a:p>
          <a:p>
            <a:r>
              <a:rPr lang="en-US" dirty="0"/>
              <a:t>No Performance Tracking: Difficulty in identifying specific weak areas.</a:t>
            </a:r>
          </a:p>
          <a:p>
            <a:r>
              <a:rPr lang="en-US" dirty="0"/>
              <a:t>Inefficient Study: Students waste time on some topics they already know and are strong in.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3959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5D89-A63D-F26F-E05C-2E59C0B8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Introducing Your All-in-One Exam Success Toolkit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C353-B2D0-49C6-E182-103ED045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centralized, easy-to-navigate database of past questions</a:t>
            </a:r>
          </a:p>
          <a:p>
            <a:r>
              <a:rPr lang="en-US" dirty="0"/>
              <a:t>AI-powered, customized mock tests that mimic real examination situations</a:t>
            </a:r>
          </a:p>
          <a:p>
            <a:r>
              <a:rPr lang="en-US" dirty="0"/>
              <a:t>Instant feedback and detailed performance analytics</a:t>
            </a:r>
          </a:p>
          <a:p>
            <a:r>
              <a:rPr lang="en-US" dirty="0"/>
              <a:t>Study on any device, anytime, anywhere.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8390186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3793-5C0A-C42A-17FF-CD38BA28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Learning from the Past, Ace the Future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6D4C4-51E0-AB22-1AA0-3C8755B19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VUNA Prep provides a comprehensive collection of past exam papers from various departments and courses.</a:t>
            </a:r>
          </a:p>
          <a:p>
            <a:r>
              <a:rPr lang="en-US" dirty="0"/>
              <a:t>Questions are organized year by year, Department and course code, and even by topic to provide for easy searching.</a:t>
            </a:r>
          </a:p>
          <a:p>
            <a:r>
              <a:rPr lang="en-US" dirty="0"/>
              <a:t>Multiple question types: VUNA Prep also provides different question types such as: Multiple choice, True/False, Essays, and many more.</a:t>
            </a:r>
          </a:p>
          <a:p>
            <a:r>
              <a:rPr lang="en-US" dirty="0"/>
              <a:t>Community-voted solutions and explanations.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060867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341E-0D4E-09FD-8CE9-1A5BC8A4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Simulating a Real Exam Experience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44538-ED4A-370E-23DE-A10F990F5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VUNA Prep would be able to create timed mock tests based on specific courses, topics, or difficulty levels.</a:t>
            </a:r>
          </a:p>
          <a:p>
            <a:r>
              <a:rPr lang="en-US" dirty="0"/>
              <a:t>Adaptive testing technology that focuses on your weak areas.</a:t>
            </a:r>
          </a:p>
          <a:p>
            <a:r>
              <a:rPr lang="en-US" dirty="0"/>
              <a:t>Real-time clock and realistic exam interface to build courage and reduce students anxieties.</a:t>
            </a:r>
          </a:p>
          <a:p>
            <a:r>
              <a:rPr lang="en-US" dirty="0"/>
              <a:t>Get a predicted grade upon completion.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0248922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AE74-B467-EE54-801B-1E8F5210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Data-Driven Study Insights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D650-831D-3C82-8668-707DA78D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Dashboard: Visual charts showing students scores over time.</a:t>
            </a:r>
          </a:p>
          <a:p>
            <a:r>
              <a:rPr lang="en-US" dirty="0"/>
              <a:t>Strength and Weakness Analysis: Identifies which topics need more focus.</a:t>
            </a:r>
          </a:p>
          <a:p>
            <a:r>
              <a:rPr lang="en-US" dirty="0"/>
              <a:t>Time Management Stats: See how long you spend on each question type.</a:t>
            </a:r>
          </a:p>
          <a:p>
            <a:r>
              <a:rPr lang="en-US" dirty="0"/>
              <a:t>Personalized Study Recommendations: VUNA Prep would also suggest what areas to study next.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28687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9FC1-2FF9-B0F8-37D1-6D557017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Get Started in 3 Easy Steps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127F-1419-5EBF-E457-EB85AFE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SIGN UP &amp; SELECT: Create a profile and choose your department and course.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PRACTICE &amp; TEST: Dive into the question library or take on a full mock exam on your desired course.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&amp; IMPROVE: Review your results, understand your gaps, and track your progress to mastery.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52616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33E3-16CE-B16E-9547-716CF922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Who We Serve?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2D85D-92EA-4FCC-D78F-E6A8B93C3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Primary Users:</a:t>
            </a:r>
          </a:p>
          <a:p>
            <a:r>
              <a:rPr lang="en-US" dirty="0"/>
              <a:t>University &amp; College Students</a:t>
            </a:r>
          </a:p>
          <a:p>
            <a:r>
              <a:rPr lang="en-US" dirty="0"/>
              <a:t>High School Students preparing for final exams.</a:t>
            </a:r>
          </a:p>
          <a:p>
            <a:endParaRPr lang="en-US" dirty="0"/>
          </a:p>
          <a:p>
            <a:pPr marL="514350" indent="-514350">
              <a:buAutoNum type="arabicPeriod" startAt="2"/>
            </a:pPr>
            <a:r>
              <a:rPr lang="en-US" dirty="0"/>
              <a:t>Secondary Users:</a:t>
            </a:r>
          </a:p>
          <a:p>
            <a:r>
              <a:rPr lang="en-US" dirty="0"/>
              <a:t>Professional Certification Candidates</a:t>
            </a:r>
          </a:p>
          <a:p>
            <a:r>
              <a:rPr lang="en-US" dirty="0"/>
              <a:t>Lifelong Learners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62708299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DF9E-2E0E-3969-FD7B-5D6F604F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How we Create Value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8C65F-97D4-F139-0C8F-1B42A16EF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Freemium Model:</a:t>
            </a:r>
          </a:p>
          <a:p>
            <a:r>
              <a:rPr lang="en-US" dirty="0"/>
              <a:t>Free Tier: Basic access to a limited to a limited number of past questions.</a:t>
            </a:r>
          </a:p>
          <a:p>
            <a:r>
              <a:rPr lang="en-US" dirty="0"/>
              <a:t>Premium Subscription: Unlocks unlimited mock tests, advanced analytics, and downloadable content.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  Institutional Licenses: Partnering with schools and universities for campus-wide access.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83760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31D4-E287-029A-1654-0AD1D932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Join Us on the Journey to Academic Excellence!</a:t>
            </a:r>
            <a:endParaRPr lang="en-NG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EABE3-D12D-47AD-1D5E-AC7B1ECB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Platform Development &amp; Beta Launch.</a:t>
            </a:r>
          </a:p>
          <a:p>
            <a:r>
              <a:rPr lang="en-US" dirty="0"/>
              <a:t>PHASE 2: User Acquisition &amp; Content Expansion.</a:t>
            </a:r>
          </a:p>
          <a:p>
            <a:r>
              <a:rPr lang="en-US" dirty="0"/>
              <a:t>PHASE 3: Mobile App Development &amp; Advanced AI Features.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Ready to transform exam preparation?</a:t>
            </a:r>
          </a:p>
        </p:txBody>
      </p:sp>
    </p:spTree>
    <p:extLst>
      <p:ext uri="{BB962C8B-B14F-4D97-AF65-F5344CB8AC3E}">
        <p14:creationId xmlns:p14="http://schemas.microsoft.com/office/powerpoint/2010/main" val="37835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274</TotalTime>
  <Words>651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GROUP 13 PRESENTATION</vt:lpstr>
      <vt:lpstr>VUNA Prep: The Ultimate Online Exam Preparation Platform</vt:lpstr>
      <vt:lpstr>REQUIREMENT ELICITATION</vt:lpstr>
      <vt:lpstr>Why Do Students Struggle with Exams?</vt:lpstr>
      <vt:lpstr>Introducing Your All-in-One Exam Success Toolkit</vt:lpstr>
      <vt:lpstr>Learning from the Past, Ace the Future</vt:lpstr>
      <vt:lpstr>Simulating a Real Exam Experience</vt:lpstr>
      <vt:lpstr>Data-Driven Study Insights</vt:lpstr>
      <vt:lpstr>Get Started in 3 Easy Steps</vt:lpstr>
      <vt:lpstr>Who We Serve?</vt:lpstr>
      <vt:lpstr>How we Create Value</vt:lpstr>
      <vt:lpstr>Join Us on the Journey to Academic Excellence!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Oluwafemi Agbelua</dc:creator>
  <cp:lastModifiedBy>Oluwafemi Agbelua</cp:lastModifiedBy>
  <cp:revision>10</cp:revision>
  <dcterms:created xsi:type="dcterms:W3CDTF">2025-11-11T21:07:48Z</dcterms:created>
  <dcterms:modified xsi:type="dcterms:W3CDTF">2025-11-20T08:05:23Z</dcterms:modified>
</cp:coreProperties>
</file>